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47"/>
    <a:srgbClr val="07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4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BC98-A2D3-A251-6878-34A484B93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7810D-41DD-A416-4729-0899194A7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451F5-CAB9-68B7-3BA2-CB30D2DE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8161-DD6B-4B82-B232-386F402E8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F1210-9C1D-5E31-4C9A-552C3D0E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0091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F310-1EAF-3E05-3794-479FE203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F3C00-EDBC-B485-7461-597C99730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2E79F-1F17-D01A-34F0-65343615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3C93-E0DE-E401-50E1-062639AC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2E966-4B7C-9237-7D96-4E66B53E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879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02FD-09A1-1FD8-89B7-914718598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D019C-6610-58BC-CD62-E113D5385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7E924-82EF-9D66-BCB8-327782DDD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FD0AF-DEEC-CE86-6274-5E364DF5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27AC-9EAF-29AE-370A-F1D07A50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5227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5C44-BC34-6FBD-0EF8-CA4C8873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728EC-3B62-1A97-AF7B-2FC0920A7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45E84-B654-5B00-130D-4F5C84D14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CC396-7E2C-DFCE-523D-47054383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E8373-83DB-5A1F-0AAF-D509D226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6505D-E02C-5A57-3863-93047DCC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7224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356F-29AB-858C-3FF1-CEE1A4C8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5930B-E2D8-DAD3-F311-6E8D65502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F008-5547-4E40-C07C-92D2BAFA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FD2A8-2485-64C6-2244-ECE7716BF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98323-050B-2702-BF4D-209B50D49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F7B89-469E-BF7B-4979-87606420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0E004-A9F4-7BDF-060A-4891678E4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74927C-9210-6B11-F44C-B3F98181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178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E59B-0915-6A7C-CCDF-9587D8A4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77F9A-9297-38AE-DEE3-AD060916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6A531-871B-0E96-CF17-1027E5DE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1767-27F0-3BC9-9B04-A346B569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6691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FE95B-34E9-325F-B703-E801DF30A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881852-07D3-A368-34EC-C829E921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74744-D6D1-4EB8-3DEE-C49AAF92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4472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6762-8F5F-5977-E86E-4E3CD24F9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280D3-3FB2-5B92-EC85-182DC5DCC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A46A9-99F8-886F-1999-D90B80E99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19490-9A57-BB29-47E4-BCE62892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B4DC7-94B0-EAD2-E817-BA1CC0F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125B5-1C7A-1A36-83B3-5DBCD645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2780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115E-36F7-18A5-52AB-027083D9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4F7C4-CA58-B8CF-C895-5C16D67DC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86D97-DDCC-1603-98E5-F03B02C4B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ABCF3-6144-16D2-AD46-335B23D6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9EC78-8490-5BE3-9DCC-2970B6C7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2A581-6172-8715-08AB-92A70A96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5665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6285-25F9-D9C6-FD65-774FC96F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1A5F4-EB8A-EDE4-D717-FFBD53A97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FC8F3-5421-1210-685F-5CFF5825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E52D-2136-3D03-B8C9-91FE7617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1BFBD-8762-8767-D753-0DA7591C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32611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48E7A-C0E1-CBDA-D874-45BF348015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BF388-D225-5C0E-FE10-CFE08D9F4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2CC3A-4BCC-A9C1-64A0-FE272CD5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5FB14-8621-7472-A6EC-2F33BBF1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65BC1-9B41-097A-432E-0818AFF0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693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471198-FA55-234D-65F8-E5BCBA6E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8AD43-DFC2-3782-AE5B-BA24EA7D2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0003D-4C1B-0D32-033D-39B6CE8D6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69425-5AFA-114F-9998-B72A54001FD0}" type="datetimeFigureOut">
              <a:rPr lang="en-KR" smtClean="0"/>
              <a:t>4/26/26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F3EE7-FDAE-D15E-4880-6F458031C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09806-E30D-6FF2-5A39-0372DD4BD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478AF-1E7D-724F-9DA3-B18FCCF33C5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187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55FFF1-C38B-5749-9874-05781857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776" y="465870"/>
            <a:ext cx="4236447" cy="562292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236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ud 4">
            <a:extLst>
              <a:ext uri="{FF2B5EF4-FFF2-40B4-BE49-F238E27FC236}">
                <a16:creationId xmlns:a16="http://schemas.microsoft.com/office/drawing/2014/main" id="{1749DD76-EB52-759D-7059-9CBC049F9084}"/>
              </a:ext>
            </a:extLst>
          </p:cNvPr>
          <p:cNvSpPr/>
          <p:nvPr/>
        </p:nvSpPr>
        <p:spPr>
          <a:xfrm>
            <a:off x="0" y="178420"/>
            <a:ext cx="11909502" cy="6266985"/>
          </a:xfrm>
          <a:prstGeom prst="cloud">
            <a:avLst/>
          </a:prstGeom>
          <a:solidFill>
            <a:schemeClr val="accent1"/>
          </a:solidFill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rgbClr val="00FF47"/>
                </a:solidFill>
              </a:rPr>
              <a:t>ʜɪ</a:t>
            </a:r>
            <a:r>
              <a:rPr lang="en-US" sz="3200" dirty="0">
                <a:solidFill>
                  <a:srgbClr val="00FF47"/>
                </a:solidFill>
              </a:rPr>
              <a:t>! ᴛ</a:t>
            </a:r>
            <a:r>
              <a:rPr lang="en-US" sz="3200" dirty="0" err="1">
                <a:solidFill>
                  <a:srgbClr val="00FF47"/>
                </a:solidFill>
              </a:rPr>
              <a:t>ʜɪs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en-US" sz="3200" dirty="0" err="1">
                <a:solidFill>
                  <a:srgbClr val="00FF47"/>
                </a:solidFill>
              </a:rPr>
              <a:t>ɪs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en-US" sz="4400" dirty="0" err="1">
                <a:solidFill>
                  <a:srgbClr val="00FF47"/>
                </a:solidFill>
              </a:rPr>
              <a:t>sʜʀᴇs</a:t>
            </a:r>
            <a:r>
              <a:rPr lang="en-US" sz="4400" dirty="0">
                <a:solidFill>
                  <a:srgbClr val="00FF47"/>
                </a:solidFill>
              </a:rPr>
              <a:t>ᴘᴀ </a:t>
            </a:r>
            <a:r>
              <a:rPr lang="az-Cyrl-AZ" sz="3200" dirty="0">
                <a:solidFill>
                  <a:srgbClr val="00FF47"/>
                </a:solidFill>
              </a:rPr>
              <a:t>ғ</a:t>
            </a:r>
            <a:r>
              <a:rPr lang="en-US" sz="3200" dirty="0">
                <a:solidFill>
                  <a:srgbClr val="00FF47"/>
                </a:solidFill>
              </a:rPr>
              <a:t>ᴀᴍ</a:t>
            </a:r>
            <a:r>
              <a:rPr lang="en-US" sz="3200" dirty="0" err="1">
                <a:solidFill>
                  <a:srgbClr val="00FF47"/>
                </a:solidFill>
              </a:rPr>
              <a:t>ɪʟʏ</a:t>
            </a:r>
            <a:r>
              <a:rPr lang="en-US" sz="3200" dirty="0">
                <a:solidFill>
                  <a:srgbClr val="00FF47"/>
                </a:solidFill>
              </a:rPr>
              <a:t>. ᴍ</a:t>
            </a:r>
            <a:r>
              <a:rPr lang="en-US" sz="3200" dirty="0" err="1">
                <a:solidFill>
                  <a:srgbClr val="00FF47"/>
                </a:solidFill>
              </a:rPr>
              <a:t>ʏ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en-US" sz="3200" dirty="0" err="1">
                <a:solidFill>
                  <a:srgbClr val="00FF47"/>
                </a:solidFill>
              </a:rPr>
              <a:t>ɴ</a:t>
            </a:r>
            <a:r>
              <a:rPr lang="en-US" sz="3200" dirty="0">
                <a:solidFill>
                  <a:srgbClr val="00FF47"/>
                </a:solidFill>
              </a:rPr>
              <a:t>ᴀᴍᴇ </a:t>
            </a:r>
            <a:r>
              <a:rPr lang="en-US" sz="3200" dirty="0" err="1">
                <a:solidFill>
                  <a:srgbClr val="00FF47"/>
                </a:solidFill>
              </a:rPr>
              <a:t>ɪs</a:t>
            </a:r>
            <a:r>
              <a:rPr lang="en-US" sz="3200" dirty="0">
                <a:solidFill>
                  <a:srgbClr val="00FF47"/>
                </a:solidFill>
              </a:rPr>
              <a:t> ᴋᴇ</a:t>
            </a:r>
            <a:r>
              <a:rPr lang="en-US" sz="3200" dirty="0" err="1">
                <a:solidFill>
                  <a:srgbClr val="00FF47"/>
                </a:solidFill>
              </a:rPr>
              <a:t>ʏᴀɴ</a:t>
            </a:r>
            <a:r>
              <a:rPr lang="en-US" sz="3200" dirty="0">
                <a:solidFill>
                  <a:srgbClr val="00FF47"/>
                </a:solidFill>
              </a:rPr>
              <a:t>ᴀ. ᴡᴇ ᴀ</a:t>
            </a:r>
            <a:r>
              <a:rPr lang="en-US" sz="3200" dirty="0" err="1">
                <a:solidFill>
                  <a:srgbClr val="00FF47"/>
                </a:solidFill>
              </a:rPr>
              <a:t>ʀ</a:t>
            </a:r>
            <a:r>
              <a:rPr lang="en-US" sz="3200" dirty="0">
                <a:solidFill>
                  <a:srgbClr val="00FF47"/>
                </a:solidFill>
              </a:rPr>
              <a:t>ᴇ </a:t>
            </a:r>
            <a:r>
              <a:rPr lang="en-US" sz="3200" dirty="0" err="1">
                <a:solidFill>
                  <a:srgbClr val="00FF47"/>
                </a:solidFill>
              </a:rPr>
              <a:t>ʜ</a:t>
            </a:r>
            <a:r>
              <a:rPr lang="en-US" sz="3200" dirty="0">
                <a:solidFill>
                  <a:srgbClr val="00FF47"/>
                </a:solidFill>
              </a:rPr>
              <a:t>ᴀᴘᴘ</a:t>
            </a:r>
            <a:r>
              <a:rPr lang="en-US" sz="3200" dirty="0" err="1">
                <a:solidFill>
                  <a:srgbClr val="00FF47"/>
                </a:solidFill>
              </a:rPr>
              <a:t>ʏ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az-Cyrl-AZ" sz="3200" dirty="0">
                <a:solidFill>
                  <a:srgbClr val="00FF47"/>
                </a:solidFill>
              </a:rPr>
              <a:t>ғ</a:t>
            </a:r>
            <a:r>
              <a:rPr lang="en-US" sz="3200" dirty="0">
                <a:solidFill>
                  <a:srgbClr val="00FF47"/>
                </a:solidFill>
              </a:rPr>
              <a:t>ᴀᴍ</a:t>
            </a:r>
            <a:r>
              <a:rPr lang="en-US" sz="3200" dirty="0" err="1">
                <a:solidFill>
                  <a:srgbClr val="00FF47"/>
                </a:solidFill>
              </a:rPr>
              <a:t>ɪʟʏ</a:t>
            </a:r>
            <a:r>
              <a:rPr lang="en-US" sz="3200" dirty="0">
                <a:solidFill>
                  <a:srgbClr val="00FF47"/>
                </a:solidFill>
              </a:rPr>
              <a:t>. </a:t>
            </a:r>
          </a:p>
          <a:p>
            <a:pPr algn="ctr"/>
            <a:r>
              <a:rPr lang="en-US" sz="3200" dirty="0">
                <a:solidFill>
                  <a:srgbClr val="00FF47"/>
                </a:solidFill>
              </a:rPr>
              <a:t>ᴡᴇ </a:t>
            </a:r>
            <a:r>
              <a:rPr lang="en-US" sz="3200" dirty="0" err="1">
                <a:solidFill>
                  <a:srgbClr val="00FF47"/>
                </a:solidFill>
              </a:rPr>
              <a:t>sʜ</a:t>
            </a:r>
            <a:r>
              <a:rPr lang="en-US" sz="3200" dirty="0">
                <a:solidFill>
                  <a:srgbClr val="00FF47"/>
                </a:solidFill>
              </a:rPr>
              <a:t>ᴏᴜᴛ, ᴡᴇ ᴄ</a:t>
            </a:r>
            <a:r>
              <a:rPr lang="en-US" sz="3200" dirty="0" err="1">
                <a:solidFill>
                  <a:srgbClr val="00FF47"/>
                </a:solidFill>
              </a:rPr>
              <a:t>ʀʏ</a:t>
            </a:r>
            <a:r>
              <a:rPr lang="en-US" sz="3200" dirty="0">
                <a:solidFill>
                  <a:srgbClr val="00FF47"/>
                </a:solidFill>
              </a:rPr>
              <a:t>, ᴡᴇ </a:t>
            </a:r>
            <a:r>
              <a:rPr lang="en-US" sz="3200" dirty="0" err="1">
                <a:solidFill>
                  <a:srgbClr val="00FF47"/>
                </a:solidFill>
              </a:rPr>
              <a:t>sᴄʀ</a:t>
            </a:r>
            <a:r>
              <a:rPr lang="en-US" sz="3200" dirty="0">
                <a:solidFill>
                  <a:srgbClr val="00FF47"/>
                </a:solidFill>
              </a:rPr>
              <a:t>ᴇᴀᴍ, ᴡᴇ ᴊᴜᴍᴘ, ᴡᴇ </a:t>
            </a:r>
            <a:r>
              <a:rPr lang="en-US" sz="3200" dirty="0" err="1">
                <a:solidFill>
                  <a:srgbClr val="00FF47"/>
                </a:solidFill>
              </a:rPr>
              <a:t>ʀᴜɴ</a:t>
            </a:r>
            <a:r>
              <a:rPr lang="en-US" sz="3200" dirty="0">
                <a:solidFill>
                  <a:srgbClr val="00FF47"/>
                </a:solidFill>
              </a:rPr>
              <a:t>, ᴡᴇ </a:t>
            </a:r>
            <a:r>
              <a:rPr lang="az-Cyrl-AZ" sz="3200" dirty="0">
                <a:solidFill>
                  <a:srgbClr val="00FF47"/>
                </a:solidFill>
              </a:rPr>
              <a:t>ғ</a:t>
            </a:r>
            <a:r>
              <a:rPr lang="en-US" sz="3200" dirty="0" err="1">
                <a:solidFill>
                  <a:srgbClr val="00FF47"/>
                </a:solidFill>
              </a:rPr>
              <a:t>ɪɢʜ</a:t>
            </a:r>
            <a:r>
              <a:rPr lang="en-US" sz="3200" dirty="0">
                <a:solidFill>
                  <a:srgbClr val="00FF47"/>
                </a:solidFill>
              </a:rPr>
              <a:t>ᴛ..... </a:t>
            </a:r>
            <a:r>
              <a:rPr lang="en-US" sz="3200" dirty="0" err="1">
                <a:solidFill>
                  <a:srgbClr val="00FF47"/>
                </a:solidFill>
              </a:rPr>
              <a:t>ʙ</a:t>
            </a:r>
            <a:r>
              <a:rPr lang="en-US" sz="3200" dirty="0">
                <a:solidFill>
                  <a:srgbClr val="00FF47"/>
                </a:solidFill>
              </a:rPr>
              <a:t>ᴜᴛ ᴡᴇ </a:t>
            </a:r>
            <a:r>
              <a:rPr lang="en-US" sz="3200" dirty="0" err="1">
                <a:solidFill>
                  <a:srgbClr val="00FF47"/>
                </a:solidFill>
              </a:rPr>
              <a:t>ʟ</a:t>
            </a:r>
            <a:r>
              <a:rPr lang="en-US" sz="3200" dirty="0">
                <a:solidFill>
                  <a:srgbClr val="00FF47"/>
                </a:solidFill>
              </a:rPr>
              <a:t>ᴏᴠᴇ ᴇᴀᴄ</a:t>
            </a:r>
            <a:r>
              <a:rPr lang="en-US" sz="3200" dirty="0" err="1">
                <a:solidFill>
                  <a:srgbClr val="00FF47"/>
                </a:solidFill>
              </a:rPr>
              <a:t>ʜ</a:t>
            </a:r>
            <a:r>
              <a:rPr lang="en-US" sz="3200" dirty="0">
                <a:solidFill>
                  <a:srgbClr val="00FF47"/>
                </a:solidFill>
              </a:rPr>
              <a:t> ᴏᴛ</a:t>
            </a:r>
            <a:r>
              <a:rPr lang="en-US" sz="3200" dirty="0" err="1">
                <a:solidFill>
                  <a:srgbClr val="00FF47"/>
                </a:solidFill>
              </a:rPr>
              <a:t>ʜᴇʀ</a:t>
            </a:r>
            <a:r>
              <a:rPr lang="en-US" sz="3200" dirty="0">
                <a:solidFill>
                  <a:srgbClr val="00FF47"/>
                </a:solidFill>
              </a:rPr>
              <a:t>. </a:t>
            </a:r>
          </a:p>
          <a:p>
            <a:pPr algn="ctr"/>
            <a:r>
              <a:rPr lang="en-US" sz="3200" dirty="0">
                <a:solidFill>
                  <a:srgbClr val="00FF47"/>
                </a:solidFill>
              </a:rPr>
              <a:t>ᴠ</a:t>
            </a:r>
            <a:r>
              <a:rPr lang="en-US" sz="3200" dirty="0" err="1">
                <a:solidFill>
                  <a:srgbClr val="00FF47"/>
                </a:solidFill>
              </a:rPr>
              <a:t>ɪsɪ</a:t>
            </a:r>
            <a:r>
              <a:rPr lang="en-US" sz="3200" dirty="0">
                <a:solidFill>
                  <a:srgbClr val="00FF47"/>
                </a:solidFill>
              </a:rPr>
              <a:t>ᴛ ᴏᴜ</a:t>
            </a:r>
            <a:r>
              <a:rPr lang="en-US" sz="3200" dirty="0" err="1">
                <a:solidFill>
                  <a:srgbClr val="00FF47"/>
                </a:solidFill>
              </a:rPr>
              <a:t>ʀ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az-Cyrl-AZ" sz="3200" dirty="0">
                <a:solidFill>
                  <a:srgbClr val="00FF47"/>
                </a:solidFill>
              </a:rPr>
              <a:t>ғ</a:t>
            </a:r>
            <a:r>
              <a:rPr lang="en-US" sz="3200" dirty="0">
                <a:solidFill>
                  <a:srgbClr val="00FF47"/>
                </a:solidFill>
              </a:rPr>
              <a:t>ᴀᴍ</a:t>
            </a:r>
            <a:r>
              <a:rPr lang="en-US" sz="3200" dirty="0" err="1">
                <a:solidFill>
                  <a:srgbClr val="00FF47"/>
                </a:solidFill>
              </a:rPr>
              <a:t>ɪʟʏ</a:t>
            </a:r>
            <a:r>
              <a:rPr lang="en-US" sz="3200" dirty="0">
                <a:solidFill>
                  <a:srgbClr val="00FF47"/>
                </a:solidFill>
              </a:rPr>
              <a:t> ᴡᴇ</a:t>
            </a:r>
            <a:r>
              <a:rPr lang="en-US" sz="3200" dirty="0" err="1">
                <a:solidFill>
                  <a:srgbClr val="00FF47"/>
                </a:solidFill>
              </a:rPr>
              <a:t>ʙsɪ</a:t>
            </a:r>
            <a:r>
              <a:rPr lang="en-US" sz="3200" dirty="0">
                <a:solidFill>
                  <a:srgbClr val="00FF47"/>
                </a:solidFill>
              </a:rPr>
              <a:t>ᴛᴇ. </a:t>
            </a:r>
            <a:r>
              <a:rPr lang="en-US" sz="3200" dirty="0" err="1">
                <a:solidFill>
                  <a:srgbClr val="00FF47"/>
                </a:solidFill>
              </a:rPr>
              <a:t>ʏ</a:t>
            </a:r>
            <a:r>
              <a:rPr lang="en-US" sz="3200" dirty="0">
                <a:solidFill>
                  <a:srgbClr val="00FF47"/>
                </a:solidFill>
              </a:rPr>
              <a:t>ᴏᴜ ᴄᴀ</a:t>
            </a:r>
            <a:r>
              <a:rPr lang="en-US" sz="3200" dirty="0" err="1">
                <a:solidFill>
                  <a:srgbClr val="00FF47"/>
                </a:solidFill>
              </a:rPr>
              <a:t>ɴ</a:t>
            </a:r>
            <a:r>
              <a:rPr lang="en-US" sz="3200" dirty="0">
                <a:solidFill>
                  <a:srgbClr val="00FF47"/>
                </a:solidFill>
              </a:rPr>
              <a:t> sᴇᴇ ᴏᴜ</a:t>
            </a:r>
            <a:r>
              <a:rPr lang="en-US" sz="3200" dirty="0" err="1">
                <a:solidFill>
                  <a:srgbClr val="00FF47"/>
                </a:solidFill>
              </a:rPr>
              <a:t>ʀ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en-US" sz="3200" dirty="0" err="1">
                <a:solidFill>
                  <a:srgbClr val="00FF47"/>
                </a:solidFill>
              </a:rPr>
              <a:t>ɪɴ</a:t>
            </a:r>
            <a:r>
              <a:rPr lang="en-US" sz="3200" dirty="0">
                <a:solidFill>
                  <a:srgbClr val="00FF47"/>
                </a:solidFill>
              </a:rPr>
              <a:t>ᴛᴇ</a:t>
            </a:r>
            <a:r>
              <a:rPr lang="en-US" sz="3200" dirty="0" err="1">
                <a:solidFill>
                  <a:srgbClr val="00FF47"/>
                </a:solidFill>
              </a:rPr>
              <a:t>ʀᴇsᴛs</a:t>
            </a:r>
            <a:r>
              <a:rPr lang="en-US" sz="3200" dirty="0">
                <a:solidFill>
                  <a:srgbClr val="00FF47"/>
                </a:solidFill>
              </a:rPr>
              <a:t>, ᴏᴜ</a:t>
            </a:r>
            <a:r>
              <a:rPr lang="en-US" sz="3200" dirty="0" err="1">
                <a:solidFill>
                  <a:srgbClr val="00FF47"/>
                </a:solidFill>
              </a:rPr>
              <a:t>ʀ</a:t>
            </a:r>
            <a:r>
              <a:rPr lang="en-US" sz="3200" dirty="0">
                <a:solidFill>
                  <a:srgbClr val="00FF47"/>
                </a:solidFill>
              </a:rPr>
              <a:t> ᴄ</a:t>
            </a:r>
            <a:r>
              <a:rPr lang="en-US" sz="3200" dirty="0" err="1">
                <a:solidFill>
                  <a:srgbClr val="00FF47"/>
                </a:solidFill>
              </a:rPr>
              <a:t>ʀ</a:t>
            </a:r>
            <a:r>
              <a:rPr lang="en-US" sz="3200" dirty="0">
                <a:solidFill>
                  <a:srgbClr val="00FF47"/>
                </a:solidFill>
              </a:rPr>
              <a:t>ᴇᴀᴛ</a:t>
            </a:r>
            <a:r>
              <a:rPr lang="en-US" sz="3200" dirty="0" err="1">
                <a:solidFill>
                  <a:srgbClr val="00FF47"/>
                </a:solidFill>
              </a:rPr>
              <a:t>ɪᴏɴs</a:t>
            </a:r>
            <a:r>
              <a:rPr lang="en-US" sz="3200" dirty="0">
                <a:solidFill>
                  <a:srgbClr val="00FF47"/>
                </a:solidFill>
              </a:rPr>
              <a:t>, ᴏᴜ</a:t>
            </a:r>
            <a:r>
              <a:rPr lang="en-US" sz="3200" dirty="0" err="1">
                <a:solidFill>
                  <a:srgbClr val="00FF47"/>
                </a:solidFill>
              </a:rPr>
              <a:t>ʀ</a:t>
            </a:r>
            <a:r>
              <a:rPr lang="en-US" sz="3200" dirty="0">
                <a:solidFill>
                  <a:srgbClr val="00FF47"/>
                </a:solidFill>
              </a:rPr>
              <a:t> ᴘ</a:t>
            </a:r>
            <a:r>
              <a:rPr lang="en-US" sz="3200" dirty="0" err="1">
                <a:solidFill>
                  <a:srgbClr val="00FF47"/>
                </a:solidFill>
              </a:rPr>
              <a:t>ɪ</a:t>
            </a:r>
            <a:r>
              <a:rPr lang="en-US" sz="3200" dirty="0">
                <a:solidFill>
                  <a:srgbClr val="00FF47"/>
                </a:solidFill>
              </a:rPr>
              <a:t>ᴄᴛᴜ</a:t>
            </a:r>
            <a:r>
              <a:rPr lang="en-US" sz="3200" dirty="0" err="1">
                <a:solidFill>
                  <a:srgbClr val="00FF47"/>
                </a:solidFill>
              </a:rPr>
              <a:t>ʀᴇs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en-US" sz="3200" dirty="0" err="1">
                <a:solidFill>
                  <a:srgbClr val="00FF47"/>
                </a:solidFill>
              </a:rPr>
              <a:t>ɪɴ</a:t>
            </a:r>
            <a:r>
              <a:rPr lang="en-US" sz="3200" dirty="0">
                <a:solidFill>
                  <a:srgbClr val="00FF47"/>
                </a:solidFill>
              </a:rPr>
              <a:t> ᴛ</a:t>
            </a:r>
            <a:r>
              <a:rPr lang="en-US" sz="3200" dirty="0" err="1">
                <a:solidFill>
                  <a:srgbClr val="00FF47"/>
                </a:solidFill>
              </a:rPr>
              <a:t>ʜɪs</a:t>
            </a:r>
            <a:r>
              <a:rPr lang="en-US" sz="3200" dirty="0">
                <a:solidFill>
                  <a:srgbClr val="00FF47"/>
                </a:solidFill>
              </a:rPr>
              <a:t> </a:t>
            </a:r>
            <a:r>
              <a:rPr lang="en-US" sz="3200" dirty="0" err="1">
                <a:solidFill>
                  <a:srgbClr val="00FF47"/>
                </a:solidFill>
              </a:rPr>
              <a:t>sɪ</a:t>
            </a:r>
            <a:r>
              <a:rPr lang="en-US" sz="3200" dirty="0">
                <a:solidFill>
                  <a:srgbClr val="00FF47"/>
                </a:solidFill>
              </a:rPr>
              <a:t>ᴛᴇ.... </a:t>
            </a:r>
          </a:p>
          <a:p>
            <a:pPr algn="ctr"/>
            <a:r>
              <a:rPr lang="en-US" sz="4400" dirty="0">
                <a:solidFill>
                  <a:srgbClr val="00FF47"/>
                </a:solidFill>
              </a:rPr>
              <a:t>ᴡᴇ</a:t>
            </a:r>
            <a:r>
              <a:rPr lang="en-US" sz="4400" dirty="0" err="1">
                <a:solidFill>
                  <a:srgbClr val="00FF47"/>
                </a:solidFill>
              </a:rPr>
              <a:t>ʟ</a:t>
            </a:r>
            <a:r>
              <a:rPr lang="en-US" sz="4400" dirty="0">
                <a:solidFill>
                  <a:srgbClr val="00FF47"/>
                </a:solidFill>
              </a:rPr>
              <a:t>ᴄᴏᴍᴇ ᴛᴏ ᴏᴜ</a:t>
            </a:r>
            <a:r>
              <a:rPr lang="en-US" sz="4400" dirty="0" err="1">
                <a:solidFill>
                  <a:srgbClr val="00FF47"/>
                </a:solidFill>
              </a:rPr>
              <a:t>ʀ</a:t>
            </a:r>
            <a:r>
              <a:rPr lang="en-US" sz="4400" dirty="0">
                <a:solidFill>
                  <a:srgbClr val="00FF47"/>
                </a:solidFill>
              </a:rPr>
              <a:t> ᴡᴏ</a:t>
            </a:r>
            <a:r>
              <a:rPr lang="en-US" sz="4400" dirty="0" err="1">
                <a:solidFill>
                  <a:srgbClr val="00FF47"/>
                </a:solidFill>
              </a:rPr>
              <a:t>ʀʟ</a:t>
            </a:r>
            <a:r>
              <a:rPr lang="en-US" sz="4400" dirty="0">
                <a:solidFill>
                  <a:srgbClr val="00FF47"/>
                </a:solidFill>
              </a:rPr>
              <a:t>ᴅ!!!</a:t>
            </a:r>
            <a:endParaRPr lang="en-KR" sz="4400" dirty="0">
              <a:solidFill>
                <a:srgbClr val="00FF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339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135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2026-04-26T03:17:38Z</dcterms:created>
  <dcterms:modified xsi:type="dcterms:W3CDTF">2026-04-26T06:17:00Z</dcterms:modified>
</cp:coreProperties>
</file>